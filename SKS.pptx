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04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Interference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Tool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371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Sinteza i analiza smetnji u RF signalima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Mestrić   |   Matija Javor   |   Tomislav Dronjić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Lipanj 2026.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smo gradili?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Zadatak: razviti desktop alat koji omogućuje </a:t>
            </a:r>
            <a:r>
              <a:rPr lang="hr-HR" sz="13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umetanje</a:t>
            </a:r>
            <a:r>
              <a:rPr lang="en-US" sz="13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3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umjetnih</a:t>
            </a:r>
            <a:r>
              <a:rPr lang="en-US" sz="13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smetnji u stvarna mjerenja spektra te analizu i izvoz rezultata.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Ključne funkcionalnosti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Uvoz čistih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hr-HR" sz="12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r-HR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Podesiva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injekcija smetnje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u stvarnom vremenu (live preview)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Statistička analiza (mean/max/min po binu)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Izvoz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umetnutog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signala i statistike u 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342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u jednom pogledu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417320"/>
            <a:ext cx="210312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828800"/>
            <a:ext cx="0" cy="27432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103120"/>
            <a:ext cx="10058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2103120"/>
            <a:ext cx="10058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2103120"/>
            <a:ext cx="0" cy="27432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2103120"/>
            <a:ext cx="0" cy="27432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2377440"/>
            <a:ext cx="173736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Interference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2377440"/>
            <a:ext cx="173736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Export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06440" y="2834640"/>
            <a:ext cx="0" cy="27432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834640"/>
            <a:ext cx="0" cy="27432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3108960"/>
            <a:ext cx="20116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108960"/>
            <a:ext cx="0" cy="27432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3383280"/>
            <a:ext cx="2743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signal_processing.py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Čista poslovna logika — bez GUI-a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0680" y="4224528"/>
            <a:ext cx="27432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DAT datoteke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i raspodjela zadataka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731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51560"/>
            <a:ext cx="731520" cy="7315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</a:t>
            </a:r>
            <a:r>
              <a:rPr lang="hr-HR" sz="1300" b="1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Meštrić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&amp; Signal Processing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23774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Postavljanje projekta i Git repozitorija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signal_processing.py </a:t>
            </a:r>
            <a:r>
              <a:rPr lang="hr-HR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cjelokupna logika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Konverzije, interpolacija, injekcija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Parsiranje i izvoz CSV datoteka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14400"/>
            <a:ext cx="2743200" cy="7315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051560"/>
            <a:ext cx="731520" cy="731520"/>
          </a:xfrm>
          <a:prstGeom prst="ellipse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Matija Javor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</a:t>
            </a:r>
            <a:r>
              <a:rPr lang="hr-HR" sz="1000" i="1" dirty="0" smtClean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i="1" dirty="0" smtClean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(Add Interference)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651760"/>
            <a:ext cx="23774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69748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Kompletan Tab 1: uvoz, parametri, pregled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frame i paging smetnje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Debouncing za live osvježavanje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Strategije injekcije (Round Robin / One-to-All)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9144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91440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051560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Tomislav Dronjić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</a:t>
            </a:r>
            <a:r>
              <a:rPr lang="hr-HR" sz="1000" i="1" dirty="0" smtClean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i="1" dirty="0" smtClean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&amp; Dokumentacija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2651760"/>
            <a:ext cx="23774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69748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Kompletan Tab 2: statistika i navigacija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Vizualizacija mean/max/min omotača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Tehnička dokumentacija projekta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koda i integracija modula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544568"/>
            <a:ext cx="85039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44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Alat: Claude AI korišten za generiranje predloška koda i dokumentacije uz ručnu verifikaciju i korekcije tima.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Razvojni proces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Ukupno trajanje projekta: </a:t>
            </a:r>
            <a:r>
              <a:rPr lang="en-US" sz="1200" b="1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tjedna   |   </a:t>
            </a:r>
            <a:r>
              <a:rPr lang="hr-HR" sz="1200" b="1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Aktivni razvoj: 21. - 26</a:t>
            </a:r>
            <a:r>
              <a:rPr lang="en-US" sz="1200" b="1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hr-HR" sz="1200" b="1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svibnja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40233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Tjedan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Planiranje &amp; Arhitektura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zahtjeva i specifikacija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Dizajn arhitekture (slojeviti model)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Postavljanje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repozitorija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 signal_processing.py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00200"/>
            <a:ext cx="4023360" cy="50292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Tjedan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600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 &amp; Dokumentacija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Tab 1 </a:t>
            </a:r>
            <a:r>
              <a:rPr lang="hr-HR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Interference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Tab 2 </a:t>
            </a:r>
            <a:r>
              <a:rPr lang="hr-HR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Export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Integracija Matplotlib (TkAgg)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Provjera rada na stvarnim CSV mjerenjima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Tehnička dokumentacija i code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Korištene tehnologije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691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554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Programski jezik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Aplikacijska logika i GUI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64008" cy="169164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64992" y="1554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Standardna Python GUI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knjižnica – Notebook, Frame, Canvas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9632" y="1554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Vektorizirane numeričke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operacije nad PSD nizovima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64008" cy="169164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Linearna interpolacija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(scipy.interpolate.interp1d)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64008" cy="169164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64992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Renderiranje grafova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Tkinter prozoru (TkAgg)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34640"/>
            <a:ext cx="64008" cy="16916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99632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Verzioniranje koda,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koda, pull requests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Korišteni alati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82296" cy="1207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0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Verzioniranje koda, upravljanje granama (branches), pregled koda (code review) i suradnja između članova tima.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82296" cy="1207008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Primarni IDE. Python ekstenzija za analizu koda i ispravljanje grešaka, integriran terminal.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8412480" cy="1207008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84448"/>
            <a:ext cx="82296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968496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asistent za generiranje predloška koda (struktura modula, CSV parsiranje) te izrada tehničke dokumentacije. Svi generirani isječci su ručno pregledani i korigirani od strane tima.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626864"/>
            <a:ext cx="84124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626864"/>
            <a:ext cx="82296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2686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Napomena: Claude AI nije zamjena za znanje </a:t>
            </a:r>
            <a:r>
              <a:rPr lang="en-US" sz="1050" dirty="0" err="1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tima</a:t>
            </a:r>
            <a:r>
              <a:rPr lang="en-US" sz="105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050" dirty="0" smtClean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 smtClean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C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korišten kao alat uz obaveznu ručnu provjeru svakog generiranog isječka.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sustava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1143000" cy="1920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05840"/>
            <a:ext cx="1143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Prezentacijski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sloj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3337560"/>
            <a:ext cx="1143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3337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Sloj poslovne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4160520"/>
            <a:ext cx="1143000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16052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Podatkovni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sloj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1005840"/>
            <a:ext cx="726948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0058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(main.py)   </a:t>
            </a:r>
            <a:r>
              <a:rPr lang="hr-HR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tk.Tk   |   ttk.Notebook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89220" y="1508760"/>
            <a:ext cx="0" cy="27432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783080"/>
            <a:ext cx="30632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783080"/>
            <a:ext cx="0" cy="3200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1783080"/>
            <a:ext cx="0" cy="3200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2103120"/>
            <a:ext cx="2560320" cy="82296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AddInterferenceTab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(tab_interference.py)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103120"/>
            <a:ext cx="2560320" cy="82296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AnalyseExportTab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(tab_analysis.py)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926080"/>
            <a:ext cx="0" cy="22860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2926080"/>
            <a:ext cx="0" cy="22860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3154680"/>
            <a:ext cx="30632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89220" y="3154680"/>
            <a:ext cx="0" cy="18288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3337560"/>
            <a:ext cx="7269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33756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signal_processing.py  </a:t>
            </a:r>
            <a:r>
              <a:rPr lang="hr-H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Konverzije | Interpolacija | Injekcija | Statistika | CSV I/O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89220" y="384048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4160520"/>
            <a:ext cx="7269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160520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Datotečni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sustav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hr-HR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CSV/DAT ulaz  |  CSV izlaz (signali, statistika)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Ključne funkcionalnosti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6908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Uvoz signala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detekcija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separatora</a:t>
            </a:r>
            <a:r>
              <a:rPr lang="en-US" sz="11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mjernih jedinica (dBm/mW).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069080" cy="64008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241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078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Konfigurabilna injekcija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36192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parametra: spektralna širina, centralna frekvencija, amplitudni offset, duljina vektora. 2 strategije dodjele.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44368"/>
            <a:ext cx="40690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u stvarnom vremenu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umetnutog</a:t>
            </a:r>
            <a:r>
              <a:rPr lang="en-US" sz="11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signala u realnom vremenu s debouncing mehanizmom (200 ms) i navigacijom kroz mjerenja.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44368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44368"/>
            <a:ext cx="4069080" cy="6400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5409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Statistička analiza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Mean/max/min po frekvencijskom binu kroz sve retke. Overlay pojedinog mjerenja za identifikaciju anomalija.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Najveći izazovi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Interpolacija frekvencijskog rastera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Smetnja i čisti signal definirani su na različitim frekvencijskim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mrežama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direktno zbrajanje nije moguće.   </a:t>
            </a: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scipy.interpolate.interp1d s fill_value=-120 dBm za frekvencije izvan raspona.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+ Matplotlib integracija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defaultno koristi Qt backend; prisilni prelaz na TkAgg mora se postaviti prije ikojeg import-a.   </a:t>
            </a: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matplotlib.use('TkAgg') kao prva naredba u main.py, korištenje draw_idle() umjesto draw().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4553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0083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Frame u Tkinter-u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4670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ne podržava nativno pomicanje Frame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widgeta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je duži od visine prozora.   </a:t>
            </a: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+ inner Frame + dinamično ažuriranje scrollregion pri promjeni veličine.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986784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169664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325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Auto-detekcija mjernih jedinica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3708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Datoteke smetnje mogu biti u dBm ili mW bez jasne oznake u zaglavlju.   </a:t>
            </a: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Heuristika: medijan |vrijednosti| &gt; 200 → tretira se kao mW i automatski konvertira.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smo isporučili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914400"/>
            <a:ext cx="1965960" cy="13716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005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1737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linija koda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910756"/>
            <a:ext cx="196596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100219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812280" y="17337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javnih funkcija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Isporuke projekta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8503920" cy="205739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Isporuka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Napomena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Funkcionalna desktop aplikacija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3, Tkinter, Matplotlib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signal_processing.py — zasebna knjižnica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Može se koristiti neovisno o GUI-u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Podrška za Team-4 CSV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Kompatibilnost s mjernim sustavom partnera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Statistički izvoz (CSV)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Mean/max/min po frekvencijskom binu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Tehnička dokumentacija (docx)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Arhitektura, API referenca, algoritmi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Korisničke upute (docx)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Instalacija, korak-po-korak upute, glosarij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Naučene lekcije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690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dobro funkcioniralo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0690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bismo napravili drugačije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069080" cy="2514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Odvajanje poslovne logike od GUI-a </a:t>
            </a:r>
            <a:r>
              <a:rPr lang="hr-HR" sz="12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 smtClean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signal_processing.py lako koristiti neovisno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Debouncing eliminirao trepćuće osvježavanje grafova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detekcija CSV formata bez konfiguracije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grananje i pregled koda između članova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alat ubrzao inicijalnu strukturu i dokumentaciju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69080" cy="2514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6304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Ranije definirati sučelja između modula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Konfigurabilnost kroz config datoteku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za large datasete (&gt;10k redova)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za injekciju </a:t>
            </a:r>
            <a:r>
              <a:rPr lang="en-US" sz="1200" dirty="0" err="1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većih</a:t>
            </a: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005072"/>
            <a:ext cx="850392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005072"/>
            <a:ext cx="73152" cy="77724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416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Ukupna ocjena razvojnog procesa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Iterativni pristup uz jasnu podjelu odgovornosti (GUI / logika / dokumentacija) pokazao se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učinkovitim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signal_processing.py radi neovisno o GUI-u i može se </a:t>
            </a:r>
            <a:r>
              <a:rPr lang="hr-HR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</a:t>
            </a:r>
            <a:r>
              <a:rPr lang="en-US" sz="10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budućim projektima.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914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Funkcionalna aplikacija isporučena u </a:t>
            </a:r>
            <a:r>
              <a:rPr lang="en-US" sz="1400" dirty="0" err="1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</a:t>
            </a: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400" dirty="0" smtClean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 smtClean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cijeli workflow od uvoza do izvoza statistike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Odvajanje slojeva (signal_processing bez GUI-a) osigurava modularnost i proširivost koda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 korisni za ubrzanje, ali ne zamjenjuju tehničko </a:t>
            </a:r>
            <a:r>
              <a:rPr lang="en-US" sz="1400" dirty="0" err="1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razumijevanje</a:t>
            </a: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400" dirty="0" smtClean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 smtClean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isječak je ručno verificiran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BF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Ključna lekcija: separation of concerns isplati se od prvog dana, ne samo pri integraciji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315968"/>
            <a:ext cx="8229600" cy="18288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3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"Dobro strukturiran kod je dokumentacija samog sebe."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5097780"/>
            <a:ext cx="8979408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8046720" cy="36576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Interference Injection Tool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Sinteza i analiza smetnji u RF signalima — Python desktop aplikacija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Mestrić   |   Matija Javor   |   Tomislav Dronjić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Lipanj 2026.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1013</Words>
  <Application>Microsoft Office PowerPoint</Application>
  <PresentationFormat>On-screen Show (16:9)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Interference Injection Tool – Razvojni izvještaj</dc:title>
  <dc:subject>PptxGenJS Presentation</dc:subject>
  <dc:creator>PptxGenJS</dc:creator>
  <cp:lastModifiedBy>boris.mestric@gmail.com</cp:lastModifiedBy>
  <cp:revision>5</cp:revision>
  <dcterms:created xsi:type="dcterms:W3CDTF">2026-06-09T14:29:31Z</dcterms:created>
  <dcterms:modified xsi:type="dcterms:W3CDTF">2026-06-11T09:08:08Z</dcterms:modified>
</cp:coreProperties>
</file>